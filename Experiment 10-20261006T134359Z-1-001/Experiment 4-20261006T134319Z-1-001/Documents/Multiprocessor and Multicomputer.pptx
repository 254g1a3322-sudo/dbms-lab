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Reddy" userId="df9cdb1ef6ae2637" providerId="LiveId" clId="{7522B999-F9CB-487A-8649-8BD48631F7ED}"/>
    <pc:docChg chg="modSld">
      <pc:chgData name="Bharath Reddy" userId="df9cdb1ef6ae2637" providerId="LiveId" clId="{7522B999-F9CB-487A-8649-8BD48631F7ED}" dt="2026-09-08T13:31:15.904" v="22"/>
      <pc:docMkLst>
        <pc:docMk/>
      </pc:docMkLst>
      <pc:sldChg chg="modTransition">
        <pc:chgData name="Bharath Reddy" userId="df9cdb1ef6ae2637" providerId="LiveId" clId="{7522B999-F9CB-487A-8649-8BD48631F7ED}" dt="2026-09-08T13:28:30.907" v="1"/>
        <pc:sldMkLst>
          <pc:docMk/>
          <pc:sldMk cId="713800759" sldId="257"/>
        </pc:sldMkLst>
      </pc:sldChg>
      <pc:sldChg chg="modTransition">
        <pc:chgData name="Bharath Reddy" userId="df9cdb1ef6ae2637" providerId="LiveId" clId="{7522B999-F9CB-487A-8649-8BD48631F7ED}" dt="2026-09-08T13:28:56.367" v="3"/>
        <pc:sldMkLst>
          <pc:docMk/>
          <pc:sldMk cId="1986097417" sldId="258"/>
        </pc:sldMkLst>
      </pc:sldChg>
      <pc:sldChg chg="modTransition">
        <pc:chgData name="Bharath Reddy" userId="df9cdb1ef6ae2637" providerId="LiveId" clId="{7522B999-F9CB-487A-8649-8BD48631F7ED}" dt="2026-09-08T13:28:38.360" v="2"/>
        <pc:sldMkLst>
          <pc:docMk/>
          <pc:sldMk cId="3229698446" sldId="259"/>
        </pc:sldMkLst>
      </pc:sldChg>
      <pc:sldChg chg="modTransition">
        <pc:chgData name="Bharath Reddy" userId="df9cdb1ef6ae2637" providerId="LiveId" clId="{7522B999-F9CB-487A-8649-8BD48631F7ED}" dt="2026-09-08T13:29:07.674" v="5"/>
        <pc:sldMkLst>
          <pc:docMk/>
          <pc:sldMk cId="136264612" sldId="260"/>
        </pc:sldMkLst>
      </pc:sldChg>
      <pc:sldChg chg="modTransition">
        <pc:chgData name="Bharath Reddy" userId="df9cdb1ef6ae2637" providerId="LiveId" clId="{7522B999-F9CB-487A-8649-8BD48631F7ED}" dt="2026-09-08T13:29:10.800" v="6"/>
        <pc:sldMkLst>
          <pc:docMk/>
          <pc:sldMk cId="3530294062" sldId="261"/>
        </pc:sldMkLst>
      </pc:sldChg>
      <pc:sldChg chg="modTransition">
        <pc:chgData name="Bharath Reddy" userId="df9cdb1ef6ae2637" providerId="LiveId" clId="{7522B999-F9CB-487A-8649-8BD48631F7ED}" dt="2026-09-08T13:29:18.462" v="7"/>
        <pc:sldMkLst>
          <pc:docMk/>
          <pc:sldMk cId="1705646243" sldId="262"/>
        </pc:sldMkLst>
      </pc:sldChg>
      <pc:sldChg chg="modTransition">
        <pc:chgData name="Bharath Reddy" userId="df9cdb1ef6ae2637" providerId="LiveId" clId="{7522B999-F9CB-487A-8649-8BD48631F7ED}" dt="2026-09-08T13:29:26.993" v="8"/>
        <pc:sldMkLst>
          <pc:docMk/>
          <pc:sldMk cId="4259214351" sldId="263"/>
        </pc:sldMkLst>
      </pc:sldChg>
      <pc:sldChg chg="modTransition">
        <pc:chgData name="Bharath Reddy" userId="df9cdb1ef6ae2637" providerId="LiveId" clId="{7522B999-F9CB-487A-8649-8BD48631F7ED}" dt="2026-09-08T13:29:35.632" v="9"/>
        <pc:sldMkLst>
          <pc:docMk/>
          <pc:sldMk cId="4079053308" sldId="264"/>
        </pc:sldMkLst>
      </pc:sldChg>
      <pc:sldChg chg="modTransition">
        <pc:chgData name="Bharath Reddy" userId="df9cdb1ef6ae2637" providerId="LiveId" clId="{7522B999-F9CB-487A-8649-8BD48631F7ED}" dt="2026-09-08T13:29:44.269" v="10"/>
        <pc:sldMkLst>
          <pc:docMk/>
          <pc:sldMk cId="4251228498" sldId="265"/>
        </pc:sldMkLst>
      </pc:sldChg>
      <pc:sldChg chg="modTransition">
        <pc:chgData name="Bharath Reddy" userId="df9cdb1ef6ae2637" providerId="LiveId" clId="{7522B999-F9CB-487A-8649-8BD48631F7ED}" dt="2026-09-08T13:29:57.189" v="12"/>
        <pc:sldMkLst>
          <pc:docMk/>
          <pc:sldMk cId="2277485426" sldId="266"/>
        </pc:sldMkLst>
      </pc:sldChg>
      <pc:sldChg chg="modTransition">
        <pc:chgData name="Bharath Reddy" userId="df9cdb1ef6ae2637" providerId="LiveId" clId="{7522B999-F9CB-487A-8649-8BD48631F7ED}" dt="2026-09-08T13:30:08.712" v="13"/>
        <pc:sldMkLst>
          <pc:docMk/>
          <pc:sldMk cId="79164598" sldId="267"/>
        </pc:sldMkLst>
      </pc:sldChg>
      <pc:sldChg chg="modTransition">
        <pc:chgData name="Bharath Reddy" userId="df9cdb1ef6ae2637" providerId="LiveId" clId="{7522B999-F9CB-487A-8649-8BD48631F7ED}" dt="2026-09-08T13:30:20.500" v="14"/>
        <pc:sldMkLst>
          <pc:docMk/>
          <pc:sldMk cId="2100264430" sldId="268"/>
        </pc:sldMkLst>
      </pc:sldChg>
      <pc:sldChg chg="modTransition">
        <pc:chgData name="Bharath Reddy" userId="df9cdb1ef6ae2637" providerId="LiveId" clId="{7522B999-F9CB-487A-8649-8BD48631F7ED}" dt="2026-09-08T13:30:49.182" v="19"/>
        <pc:sldMkLst>
          <pc:docMk/>
          <pc:sldMk cId="3693049654" sldId="269"/>
        </pc:sldMkLst>
      </pc:sldChg>
      <pc:sldChg chg="modTransition">
        <pc:chgData name="Bharath Reddy" userId="df9cdb1ef6ae2637" providerId="LiveId" clId="{7522B999-F9CB-487A-8649-8BD48631F7ED}" dt="2026-09-08T13:30:58.793" v="20"/>
        <pc:sldMkLst>
          <pc:docMk/>
          <pc:sldMk cId="1881917519" sldId="270"/>
        </pc:sldMkLst>
      </pc:sldChg>
      <pc:sldChg chg="modTransition">
        <pc:chgData name="Bharath Reddy" userId="df9cdb1ef6ae2637" providerId="LiveId" clId="{7522B999-F9CB-487A-8649-8BD48631F7ED}" dt="2026-09-08T13:31:09.049" v="21"/>
        <pc:sldMkLst>
          <pc:docMk/>
          <pc:sldMk cId="2297492796" sldId="271"/>
        </pc:sldMkLst>
      </pc:sldChg>
      <pc:sldChg chg="modTransition">
        <pc:chgData name="Bharath Reddy" userId="df9cdb1ef6ae2637" providerId="LiveId" clId="{7522B999-F9CB-487A-8649-8BD48631F7ED}" dt="2026-09-08T13:31:15.904" v="22"/>
        <pc:sldMkLst>
          <pc:docMk/>
          <pc:sldMk cId="1684108316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6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2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2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1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84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6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2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0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82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25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32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92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11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16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3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D585DFF-35FC-4B70-9F0A-F888356903F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A83C5A6-89FA-427F-9EFE-1FB6906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38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33691&amp;picture=namaste-indian-quotthank-youquo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0FBC-12CF-43C0-BD6B-875B0282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Verdana" panose="020B0604030504040204" pitchFamily="34" charset="0"/>
                <a:ea typeface="Verdana" panose="020B0604030504040204" pitchFamily="34" charset="0"/>
              </a:rPr>
              <a:t>Multiprocessor and Multicomputer</a:t>
            </a:r>
          </a:p>
        </p:txBody>
      </p:sp>
    </p:spTree>
    <p:extLst>
      <p:ext uri="{BB962C8B-B14F-4D97-AF65-F5344CB8AC3E}">
        <p14:creationId xmlns:p14="http://schemas.microsoft.com/office/powerpoint/2010/main" val="3229698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8A28-5D13-3EAC-CAB4-C69586D1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C8FAE-B974-CF4A-0DC0-FCD85446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Topic:</a:t>
            </a:r>
            <a:r>
              <a:rPr lang="en-US" dirty="0"/>
              <a:t> Multiprocessor and Multicomputer Systems</a:t>
            </a:r>
          </a:p>
          <a:p>
            <a:r>
              <a:rPr lang="en-US" b="1" dirty="0"/>
              <a:t>Name:</a:t>
            </a:r>
            <a:r>
              <a:rPr lang="en-US" dirty="0"/>
              <a:t> K. Mounika</a:t>
            </a:r>
            <a:br>
              <a:rPr lang="en-US" dirty="0"/>
            </a:br>
            <a:r>
              <a:rPr lang="en-US" b="1" dirty="0"/>
              <a:t>Roll No:</a:t>
            </a:r>
            <a:r>
              <a:rPr lang="en-US" dirty="0"/>
              <a:t> 254G1A05H5</a:t>
            </a:r>
            <a:br>
              <a:rPr lang="en-US" dirty="0"/>
            </a:br>
            <a:r>
              <a:rPr lang="en-US" b="1" dirty="0"/>
              <a:t>Department:</a:t>
            </a:r>
            <a:r>
              <a:rPr lang="en-US" dirty="0"/>
              <a:t> CSE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8007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C9B9-6A44-89B6-B349-107ECF34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1E5BB-3E94-9ECA-2132-3685CA51F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Modern computer systems often use multiple processors or computers to improve performance.</a:t>
            </a:r>
          </a:p>
          <a:p>
            <a:pPr lvl="0"/>
            <a:r>
              <a:rPr lang="en-US" dirty="0"/>
              <a:t>These systems support </a:t>
            </a:r>
            <a:r>
              <a:rPr lang="en-US" b="1" dirty="0"/>
              <a:t>parallel processing</a:t>
            </a:r>
            <a:r>
              <a:rPr lang="en-US" dirty="0"/>
              <a:t> and can handle multiple tasks efficiently.</a:t>
            </a:r>
          </a:p>
          <a:p>
            <a:pPr lvl="0"/>
            <a:r>
              <a:rPr lang="en-US" dirty="0"/>
              <a:t>Two important types are:</a:t>
            </a:r>
          </a:p>
          <a:p>
            <a:pPr lvl="1"/>
            <a:r>
              <a:rPr lang="en-US" b="1" dirty="0"/>
              <a:t>Multiprocessor Systems</a:t>
            </a:r>
            <a:endParaRPr lang="en-US" dirty="0"/>
          </a:p>
          <a:p>
            <a:pPr lvl="1"/>
            <a:r>
              <a:rPr lang="en-US" b="1" dirty="0"/>
              <a:t>Multicomputer Systems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97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F0B22-1829-54B7-25A5-6012AAFE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Multiprocessor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D8E0A-252A-B06B-1BF3-EBE8ACC85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Definition: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 multiprocessor system is a computer system that has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two or more processors working together and sharing common system resources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Key Points: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Contains two or more processors.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Processors share common memory.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Processors can execute multiple tasks simultaneously.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Provides faster processing and better performa</a:t>
            </a:r>
            <a:r>
              <a:rPr lang="en-US" dirty="0"/>
              <a:t>nce.</a:t>
            </a:r>
          </a:p>
        </p:txBody>
      </p:sp>
    </p:spTree>
    <p:extLst>
      <p:ext uri="{BB962C8B-B14F-4D97-AF65-F5344CB8AC3E}">
        <p14:creationId xmlns:p14="http://schemas.microsoft.com/office/powerpoint/2010/main" val="136264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4C936-7D26-94F9-86B1-5376DBF1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Features of multiprocessor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CEDE-3818-0672-B839-D0A1DE4D9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Multiple processors/CPU cores.</a:t>
            </a:r>
          </a:p>
          <a:p>
            <a:pPr lvl="0"/>
            <a:r>
              <a:rPr lang="en-US" dirty="0"/>
              <a:t>Shared main memory.</a:t>
            </a:r>
          </a:p>
          <a:p>
            <a:pPr lvl="0"/>
            <a:r>
              <a:rPr lang="en-US" dirty="0"/>
              <a:t>Supports parallel processing.</a:t>
            </a:r>
          </a:p>
          <a:p>
            <a:pPr lvl="0"/>
            <a:r>
              <a:rPr lang="en-US" dirty="0"/>
              <a:t>Faster execution of tasks.</a:t>
            </a:r>
          </a:p>
          <a:p>
            <a:pPr lvl="0"/>
            <a:r>
              <a:rPr lang="en-US" dirty="0"/>
              <a:t>Better utilization of system resources.</a:t>
            </a:r>
          </a:p>
          <a:p>
            <a:pPr lvl="0"/>
            <a:r>
              <a:rPr lang="en-US" dirty="0"/>
              <a:t>Can provide improved reliability depending on the system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29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3AEE-E3B3-1DDF-DB98-C17DB15C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Examples of multiprocessor system</a:t>
            </a:r>
            <a:endParaRPr lang="en-US" dirty="0">
              <a:effectLst>
                <a:glow rad="38100">
                  <a:schemeClr val="bg1">
                    <a:lumMod val="65000"/>
                    <a:lumOff val="3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EED49-CE3E-28D4-99B2-FF2E7B534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b="1" dirty="0"/>
              <a:t>Modern desktop computers</a:t>
            </a:r>
            <a:r>
              <a:rPr lang="en-US" dirty="0"/>
              <a:t> – Multi-core CPUs such as Intel Core and AMD Ryzen.</a:t>
            </a:r>
          </a:p>
          <a:p>
            <a:pPr lvl="0"/>
            <a:r>
              <a:rPr lang="en-US" b="1" dirty="0"/>
              <a:t>Laptops</a:t>
            </a:r>
            <a:r>
              <a:rPr lang="en-US" dirty="0"/>
              <a:t> – Most modern laptops use multi-core processors.</a:t>
            </a:r>
          </a:p>
          <a:p>
            <a:pPr lvl="0"/>
            <a:r>
              <a:rPr lang="en-US" b="1" dirty="0"/>
              <a:t>Smartphones</a:t>
            </a:r>
            <a:r>
              <a:rPr lang="en-US" dirty="0"/>
              <a:t> – Mobile processors contain multiple CPU cores.</a:t>
            </a:r>
          </a:p>
          <a:p>
            <a:pPr lvl="0"/>
            <a:r>
              <a:rPr lang="en-US" b="1" dirty="0"/>
              <a:t>Servers</a:t>
            </a:r>
            <a:r>
              <a:rPr lang="en-US" dirty="0"/>
              <a:t> – Multiple processors/cores handle many users and tasks.</a:t>
            </a:r>
          </a:p>
          <a:p>
            <a:pPr lvl="0"/>
            <a:r>
              <a:rPr lang="en-US" b="1" dirty="0"/>
              <a:t>Supercomputers</a:t>
            </a:r>
            <a:r>
              <a:rPr lang="en-US" dirty="0"/>
              <a:t> – Use a large number of processors for complex calculations.</a:t>
            </a:r>
          </a:p>
          <a:p>
            <a:pPr lvl="0"/>
            <a:r>
              <a:rPr lang="en-US" b="1" dirty="0"/>
              <a:t>Gaming computers</a:t>
            </a:r>
            <a:r>
              <a:rPr lang="en-US" dirty="0"/>
              <a:t> – Multi-core CPUs handle gaming and other tasks simultaneously.</a:t>
            </a:r>
          </a:p>
          <a:p>
            <a:pPr lvl="0"/>
            <a:r>
              <a:rPr lang="en-US" b="1" dirty="0"/>
              <a:t>Database servers</a:t>
            </a:r>
            <a:r>
              <a:rPr lang="en-US" dirty="0"/>
              <a:t> – Multiple processors help handle many database requests.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0564624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92F7-457C-66E4-3F26-430AC98C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Multicomputer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9494-73CF-29AC-32AE-09C881CB5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b="1" dirty="0"/>
              <a:t>Definition:</a:t>
            </a:r>
            <a:endParaRPr lang="en-US" sz="2400" dirty="0"/>
          </a:p>
          <a:p>
            <a:r>
              <a:rPr lang="en-US" sz="2400" dirty="0"/>
              <a:t>A multicomputer system consists of </a:t>
            </a:r>
            <a:r>
              <a:rPr lang="en-US" sz="2400" b="1" dirty="0"/>
              <a:t>two or more independent computers that work together and communicate through a network</a:t>
            </a:r>
            <a:r>
              <a:rPr lang="en-US" sz="2400" dirty="0"/>
              <a:t>.</a:t>
            </a:r>
          </a:p>
          <a:p>
            <a:r>
              <a:rPr lang="en-US" sz="2400" b="1" dirty="0"/>
              <a:t>Key Points:</a:t>
            </a:r>
          </a:p>
          <a:p>
            <a:pPr lvl="0"/>
            <a:r>
              <a:rPr lang="en-US" sz="2400" dirty="0"/>
              <a:t>Each computer has its own processor.</a:t>
            </a:r>
          </a:p>
          <a:p>
            <a:pPr lvl="0"/>
            <a:r>
              <a:rPr lang="en-US" sz="2400" dirty="0"/>
              <a:t>Each computer has private memory.</a:t>
            </a:r>
          </a:p>
          <a:p>
            <a:pPr lvl="0"/>
            <a:r>
              <a:rPr lang="en-US" sz="2400" dirty="0"/>
              <a:t>Computers communicate through a network.</a:t>
            </a:r>
          </a:p>
          <a:p>
            <a:pPr lvl="0"/>
            <a:r>
              <a:rPr lang="en-US" sz="2400" dirty="0"/>
              <a:t>Tasks can be divided among different computers.</a:t>
            </a:r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9214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3C252-D0F0-15C9-F25A-ECBC7A91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Features of multicomputer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30B2-1A6D-9BCB-E685-96E9F362F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Multiple independent computers.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Each computer has its own memory.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Communication through a network.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Supports distributed processing.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Easy to expand by adding more computers.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Suitable for large and complex workloads.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053308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0C7A-E5C6-8DEB-F17B-AC03D76F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Examples of multicomputer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03034-5B05-4503-9AFC-5565B89F4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Computer Networks</a:t>
            </a:r>
            <a:r>
              <a:rPr lang="en-US" dirty="0"/>
              <a:t> – Multiple computers connected through LAN or WAN.</a:t>
            </a:r>
          </a:p>
          <a:p>
            <a:pPr lvl="0"/>
            <a:r>
              <a:rPr lang="en-US" b="1" dirty="0"/>
              <a:t>Distributed Systems</a:t>
            </a:r>
            <a:r>
              <a:rPr lang="en-US" dirty="0"/>
              <a:t> – Computers work together to provide services.</a:t>
            </a:r>
          </a:p>
          <a:p>
            <a:pPr lvl="0"/>
            <a:r>
              <a:rPr lang="en-US" b="1" dirty="0"/>
              <a:t>Cloud Computing</a:t>
            </a:r>
            <a:r>
              <a:rPr lang="en-US" dirty="0"/>
              <a:t> – Many servers work together to provide online services.</a:t>
            </a:r>
          </a:p>
          <a:p>
            <a:pPr lvl="0"/>
            <a:r>
              <a:rPr lang="en-US" b="1" dirty="0"/>
              <a:t>Cluster Computing</a:t>
            </a:r>
            <a:r>
              <a:rPr lang="en-US" dirty="0"/>
              <a:t> – Computers are connected to perform complex calculations.</a:t>
            </a:r>
          </a:p>
          <a:p>
            <a:pPr lvl="0"/>
            <a:r>
              <a:rPr lang="en-US" b="1" dirty="0"/>
              <a:t>Banking Systems</a:t>
            </a:r>
            <a:r>
              <a:rPr lang="en-US" dirty="0"/>
              <a:t> – Multiple servers process transactions.</a:t>
            </a:r>
          </a:p>
          <a:p>
            <a:pPr lvl="0"/>
            <a:r>
              <a:rPr lang="en-US" b="1" dirty="0"/>
              <a:t>Data Centers</a:t>
            </a:r>
            <a:r>
              <a:rPr lang="en-US" dirty="0"/>
              <a:t> – Thousands of computers and servers provide online services.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22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FB11-7312-BD0A-1366-505C924D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Difference between multiprocessor and multicomputer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0EEE19-53D3-3533-54D2-EB6785B11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026569"/>
              </p:ext>
            </p:extLst>
          </p:nvPr>
        </p:nvGraphicFramePr>
        <p:xfrm>
          <a:off x="520995" y="2667000"/>
          <a:ext cx="10972800" cy="3821696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5296925">
                  <a:extLst>
                    <a:ext uri="{9D8B030D-6E8A-4147-A177-3AD203B41FA5}">
                      <a16:colId xmlns:a16="http://schemas.microsoft.com/office/drawing/2014/main" val="1790992407"/>
                    </a:ext>
                  </a:extLst>
                </a:gridCol>
                <a:gridCol w="5675875">
                  <a:extLst>
                    <a:ext uri="{9D8B030D-6E8A-4147-A177-3AD203B41FA5}">
                      <a16:colId xmlns:a16="http://schemas.microsoft.com/office/drawing/2014/main" val="426635654"/>
                    </a:ext>
                  </a:extLst>
                </a:gridCol>
              </a:tblGrid>
              <a:tr h="538799">
                <a:tc>
                  <a:txBody>
                    <a:bodyPr/>
                    <a:lstStyle/>
                    <a:p>
                      <a:r>
                        <a:rPr lang="en-US" sz="3200" b="0" dirty="0"/>
                        <a:t>Multiprocessor</a:t>
                      </a:r>
                      <a:endParaRPr lang="en-US" sz="3200" b="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Multicomputer</a:t>
                      </a:r>
                      <a:endParaRPr lang="en-US" sz="3200" b="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155926"/>
                  </a:ext>
                </a:extLst>
              </a:tr>
              <a:tr h="652230">
                <a:tc>
                  <a:txBody>
                    <a:bodyPr/>
                    <a:lstStyle/>
                    <a:p>
                      <a:r>
                        <a:rPr lang="en-US" sz="2000" dirty="0"/>
                        <a:t>Has multiple processors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Has multiple independent computers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227527"/>
                  </a:ext>
                </a:extLst>
              </a:tr>
              <a:tr h="652230">
                <a:tc>
                  <a:txBody>
                    <a:bodyPr/>
                    <a:lstStyle/>
                    <a:p>
                      <a:r>
                        <a:rPr lang="en-US" sz="2000" dirty="0"/>
                        <a:t>Processors share common memory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Each computer has private memory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32181"/>
                  </a:ext>
                </a:extLst>
              </a:tr>
              <a:tr h="652230">
                <a:tc>
                  <a:txBody>
                    <a:bodyPr/>
                    <a:lstStyle/>
                    <a:p>
                      <a:r>
                        <a:rPr lang="en-US" sz="2000" dirty="0"/>
                        <a:t>Communication mainly through shared memory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Communication through network/message passing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260030"/>
                  </a:ext>
                </a:extLst>
              </a:tr>
              <a:tr h="368652">
                <a:tc>
                  <a:txBody>
                    <a:bodyPr/>
                    <a:lstStyle/>
                    <a:p>
                      <a:r>
                        <a:rPr lang="en-US" sz="2000" dirty="0"/>
                        <a:t>Tightly coupled system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Loosely coupled system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069434"/>
                  </a:ext>
                </a:extLst>
              </a:tr>
              <a:tr h="444596">
                <a:tc>
                  <a:txBody>
                    <a:bodyPr/>
                    <a:lstStyle/>
                    <a:p>
                      <a:r>
                        <a:rPr lang="en-US" sz="2000" dirty="0"/>
                        <a:t>Faster communication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Communication depends on the network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92931"/>
                  </a:ext>
                </a:extLst>
              </a:tr>
              <a:tr h="345020">
                <a:tc>
                  <a:txBody>
                    <a:bodyPr/>
                    <a:lstStyle/>
                    <a:p>
                      <a:r>
                        <a:rPr lang="en-US" sz="2000" dirty="0"/>
                        <a:t>Usually one computer system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Consists of multiple computer systems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03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485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3562-07EE-1C83-02AD-4634E2F2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Advantages of multiprocessor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0D99-9A13-9910-1D7F-27F9DB57E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High processing speed.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Supports parallel processing.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Better resource sharing.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Improved system performance.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Can handle multiple tasks simultaneously.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4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E462-DAD1-31A6-CF22-489338EE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Advantages of multicomputer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938B-E477-70BC-956C-B09C4992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Easy to expand.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Handles large workloads.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Supports distributed applications.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Failure of one computer may not stop the entire system.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Suitable for large-scale computing.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644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1A8D-94B6-E8A5-91C2-CB2F9F6C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Applications of multiprocessor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D713-CB7D-6ACA-BB11-8B9CE58B8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Servers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Supercomputers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Database systems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Gaming computers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Scientific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0496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C415-B0E0-6C82-A2E8-2292FA5F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Applications of multicomputer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DBD9-191D-26EB-40A5-BD443487C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Cloud computing</a:t>
            </a:r>
          </a:p>
          <a:p>
            <a:pPr lvl="0"/>
            <a:r>
              <a:rPr lang="en-US" dirty="0"/>
              <a:t>Banking systems</a:t>
            </a:r>
          </a:p>
          <a:p>
            <a:pPr lvl="0"/>
            <a:r>
              <a:rPr lang="en-US" dirty="0"/>
              <a:t>Data centers</a:t>
            </a:r>
          </a:p>
          <a:p>
            <a:pPr lvl="0"/>
            <a:r>
              <a:rPr lang="en-US" dirty="0"/>
              <a:t>Computer clusters</a:t>
            </a:r>
          </a:p>
          <a:p>
            <a:pPr lvl="0"/>
            <a:r>
              <a:rPr lang="en-US" dirty="0"/>
              <a:t>Distributed systems</a:t>
            </a:r>
          </a:p>
          <a:p>
            <a:pPr lvl="0"/>
            <a:r>
              <a:rPr lang="en-US" dirty="0"/>
              <a:t>Large-scale scientific applications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17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4389-706B-1B8D-36BC-507130B6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8AD70-06CA-BB61-C149-151568861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Multiprocessor systems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use multiple processors that share common resources, especially memory.</a:t>
            </a:r>
          </a:p>
          <a:p>
            <a:pPr lvl="0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Multicomputer systems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use multiple independent computers that communicate through a network.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Both systems support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parallel processing and improved performance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They are widely used in servers, cloud computing, scientific applications, and large-scale computing.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4927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6BC7-3010-DAF6-F226-4B24649C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Verdana" panose="020B0604030504040204" pitchFamily="34" charset="0"/>
                <a:ea typeface="Verdana" panose="020B0604030504040204" pitchFamily="34" charset="0"/>
              </a:rPr>
              <a:t>              thankyou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34AD2-9308-CB1B-FFC2-D5F26E234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78595" y="2540480"/>
            <a:ext cx="3381154" cy="3381154"/>
          </a:xfrm>
        </p:spPr>
      </p:pic>
    </p:spTree>
    <p:extLst>
      <p:ext uri="{BB962C8B-B14F-4D97-AF65-F5344CB8AC3E}">
        <p14:creationId xmlns:p14="http://schemas.microsoft.com/office/powerpoint/2010/main" val="16841083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65</TotalTime>
  <Words>590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Verdana</vt:lpstr>
      <vt:lpstr>Mesh</vt:lpstr>
      <vt:lpstr>Multiprocessor and Multicomputer</vt:lpstr>
      <vt:lpstr>PowerPoint Presentation</vt:lpstr>
      <vt:lpstr>Introduction</vt:lpstr>
      <vt:lpstr>Multiprocessor System</vt:lpstr>
      <vt:lpstr>Features of multiprocessor system</vt:lpstr>
      <vt:lpstr>Examples of multiprocessor system</vt:lpstr>
      <vt:lpstr>Multicomputer system</vt:lpstr>
      <vt:lpstr>Features of multicomputer system</vt:lpstr>
      <vt:lpstr>Examples of multicomputer system</vt:lpstr>
      <vt:lpstr>Difference between multiprocessor and multicomputer</vt:lpstr>
      <vt:lpstr>Advantages of multiprocessor system</vt:lpstr>
      <vt:lpstr>Advantages of multicomputer system</vt:lpstr>
      <vt:lpstr>Applications of multiprocessor system</vt:lpstr>
      <vt:lpstr>Applications of multicomputer system</vt:lpstr>
      <vt:lpstr>conclusion</vt:lpstr>
      <vt:lpstr>              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Reddy</dc:creator>
  <cp:lastModifiedBy>Bharath Reddy</cp:lastModifiedBy>
  <cp:revision>1</cp:revision>
  <dcterms:created xsi:type="dcterms:W3CDTF">2026-09-08T12:25:19Z</dcterms:created>
  <dcterms:modified xsi:type="dcterms:W3CDTF">2026-09-08T13:33:21Z</dcterms:modified>
</cp:coreProperties>
</file>
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6" d="100"/>
          <a:sy n="56" d="100"/>
        </p:scale>
        <p:origin x="10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2B34-9786-7814-43CA-EACEA22AF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EAE65-D78E-E8C0-B555-C8F83DBE0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7612-A36F-C072-0C2E-911FA362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F112-59AB-7199-DAAC-B909C022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A6A1-BAD8-BDCA-6B1C-FFD1ED4E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9F54-7824-EE72-4323-E1AB14D2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603CB-E026-4F73-9B28-1691F4A3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ED9F8-69B1-AAEA-A617-C651B59A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4E9D3-8644-2599-9ACC-FB1203C8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6E2CC-A80B-A8B1-2035-34BFD896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6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FBD9-EBB8-5A20-E59E-9AEEF0AC3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47CDF-A09B-08D9-EB66-28873974F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FE531-35AA-7EE4-3C35-5C960C94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C79D6-1263-0F39-ACAB-E55516D2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00202-CFAB-0642-651C-44C569AF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68FD-4ADE-C178-3C80-22F74927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C291-A2AE-790B-E33D-99BC62964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47F2A-D45A-88B7-200C-1D0645537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2ECF-6A0C-5527-815E-720994E8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260F2-B886-7BAA-3ADE-B489FB24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D6B30-287A-1BCF-8932-012EBC8A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3E1F-31A5-7F4C-3CAC-2F707B95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079AB-DD66-8E6B-AE2D-A4A0CAD3D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8815F-F5F0-92D9-29D3-AEBBB03F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CC559-2324-D2F3-9B6C-43473009D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D5FF9-876D-8544-636F-7444188AF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FFE42E-B334-C2BE-2CCC-E3476DC1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74EC5-A240-0B58-8678-87DCD160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2FFB6-0BD5-90D0-25A9-2676A47B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2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DA3C-B202-16A2-9558-2152AD62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2BB75-0156-273B-213F-421E1FD8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18728-DCA3-8325-A197-C48B2390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6B51A-7500-D516-B478-6B3A03D7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9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9EA63-827B-0E21-B8F8-C1546C11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28304-442C-37CF-E746-6DBFD4DF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BA028-87FA-C54F-ED5D-0E5D531F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2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5F20-10D3-BE90-718D-05E40206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AE886-9281-91E3-B8D8-C899FA09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4C3F3-833B-AC0B-1960-C33B854B5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ACA5-406D-ECB8-C914-52D44A6F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3C785-5319-98D0-D46F-6F6A0F19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83085-394B-D463-866A-2F21AA80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4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F44F-44CA-99FA-9AD1-36D45DB8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3A9A8-F6B8-E57F-DC2E-633809CA8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E52D6-34E5-A7AA-D869-C7464AF8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AB2F9-C59B-C0CD-5989-1AF20225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F1736-398B-FDDE-1CF0-26EB6173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E0C2D-85CE-04FD-BE0C-9BAEE771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460B-6AF7-502A-E128-C14D7A7F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EFC38-8D3D-D4E3-BDC0-DC09B3F1C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F6184-4AAD-E987-82AE-E2B1CDD8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EFD16-C0A9-D585-DAE1-BCAA68553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4FF6-1506-DA1F-86C0-15BCCADC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3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6454-E8A1-EA38-A6DA-8EB867D36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E6BAF-604A-9C8A-0A08-12358B89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A977-14DC-E63E-6D60-0418C882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966BD-3594-612B-81B1-32D4F04E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0AE8E-96A3-5E3D-EE97-9BB699F0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B7735-AEAB-3813-513C-65FFDF14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385C-05AD-676A-19FF-FB719805F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251AB-2E8C-EB8E-529B-AAD9702D3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55DFD-915C-4BFA-BCB5-A2DE3D7D2D1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0BD41-A830-8147-DCF0-DA75F3C8F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43029-524B-0F27-F291-30D123C65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16AB9-540C-4E36-B361-E24F67F73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esports.net/betting/free-fir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.ign.com/garena-free-fire-winterlands/193141/news/free-fire-india-garena-announces-return-of-the-game-with-a-new-versio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DE4C7F-FDF3-81D1-DD45-C1E5578B99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424763" y="-180755"/>
            <a:ext cx="13753701" cy="731274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46285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8AF5ED-818A-6365-E4F8-F2854D4FFE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907311" y="-510362"/>
            <a:ext cx="12718311" cy="7154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2295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Reddy</dc:creator>
  <cp:lastModifiedBy>Bharath Reddy</cp:lastModifiedBy>
  <cp:revision>1</cp:revision>
  <dcterms:created xsi:type="dcterms:W3CDTF">2026-10-02T16:15:36Z</dcterms:created>
  <dcterms:modified xsi:type="dcterms:W3CDTF">2026-10-02T16:15:37Z</dcterms:modified>
</cp:coreProperties>
</file>